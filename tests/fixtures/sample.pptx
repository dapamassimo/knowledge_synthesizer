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_rels/presentation.xml.rels" ContentType="application/vnd.openxmlformats-package.relationships+xml"/>
  <Override PartName="/ppt/media/image1.jpeg" ContentType="image/jpeg"/>
  <Override PartName="/ppt/media/image2.jpeg" ContentType="image/jpeg"/>
  <Override PartName="/ppt/media/image4.png" ContentType="image/png"/>
  <Override PartName="/ppt/media/image3.png" ContentType="image/png"/>
  <Override PartName="/ppt/media/image5.png" ContentType="image/png"/>
  <Override PartName="/ppt/media/image6.jpeg" ContentType="image/jpeg"/>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 id="2147483651" r:id="rId4"/>
    <p:sldMasterId id="2147483653" r:id="rId5"/>
    <p:sldMasterId id="2147483655" r:id="rId6"/>
    <p:sldMasterId id="2147483656" r:id="rId7"/>
    <p:sldMasterId id="2147483657" r:id="rId8"/>
    <p:sldMasterId id="2147483658" r:id="rId9"/>
    <p:sldMasterId id="2147483659" r:id="rId10"/>
    <p:sldMasterId id="2147483661" r:id="rId11"/>
    <p:sldMasterId id="2147483662" r:id="rId12"/>
  </p:sldMasterIdLst>
  <p:sldIdLst>
    <p:sldId id="256" r:id="rId13"/>
    <p:sldId id="257" r:id="rId14"/>
    <p:sldId id="258" r:id="rId15"/>
    <p:sldId id="259" r:id="rId16"/>
    <p:sldId id="260" r:id="rId17"/>
    <p:sldId id="261" r:id="rId18"/>
    <p:sldId id="262" r:id="rId19"/>
  </p:sldIdLst>
  <p:sldSz cx="12193588"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BD802C7-43CB-40ED-9D9C-B17F1A83CCB0}"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76D864EE-11B4-46E1-806B-BA8C3509E599}"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3">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AE06424C-6619-46C9-A87D-5995EAC33FA7}"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8">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60C98F3D-B88E-4C1F-AB15-D2CAD59D653B}" type="slidenum">
              <a:t>&lt;#&gt;</a:t>
            </a:fld>
          </a:p>
        </p:txBody>
      </p:sp>
      <p:sp>
        <p:nvSpPr>
          <p:cNvPr id="4" name="PlaceHolder 3"/>
          <p:cNvSpPr>
            <a:spLocks noGrp="1"/>
          </p:cNvSpPr>
          <p:nvPr>
            <p:ph type="dt" idx="2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jpeg"/>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slideLayout" Target="../slideLayouts/slideLayout1.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slideLayout" Target="../slideLayouts/slideLayout2.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slideLayout" Target="../slideLayouts/slideLayout3.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image" Target="../media/image2.jpeg"/>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image" Target="../media/image2.jpeg"/>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image" Target="../media/image2.jpeg"/>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image" Target="../media/image2.jpeg"/>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slideLayout" Target="../slideLayouts/slideLayout4.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image" Target="../media/image2.jpeg"/>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image" Target="../media/image2.jpeg"/>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1" name="Picture 6" descr=""/>
          <p:cNvPicPr/>
          <p:nvPr/>
        </p:nvPicPr>
        <p:blipFill>
          <a:blip r:embed="rId3"/>
          <a:srcRect l="0" t="1550" r="0" b="-1526"/>
          <a:stretch/>
        </p:blipFill>
        <p:spPr>
          <a:xfrm>
            <a:off x="0" y="6126120"/>
            <a:ext cx="12192120" cy="743040"/>
          </a:xfrm>
          <a:prstGeom prst="rect">
            <a:avLst/>
          </a:prstGeom>
          <a:ln w="0">
            <a:noFill/>
          </a:ln>
        </p:spPr>
      </p:pic>
      <p:sp>
        <p:nvSpPr>
          <p:cNvPr id="2"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3"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4" name="PlaceHolder 3"/>
          <p:cNvSpPr>
            <a:spLocks noGrp="1"/>
          </p:cNvSpPr>
          <p:nvPr>
            <p:ph type="dt" idx="1"/>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5" name="PlaceHolder 4"/>
          <p:cNvSpPr>
            <a:spLocks noGrp="1"/>
          </p:cNvSpPr>
          <p:nvPr>
            <p:ph type="ftr" idx="2"/>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6" name="PlaceHolder 5"/>
          <p:cNvSpPr>
            <a:spLocks noGrp="1"/>
          </p:cNvSpPr>
          <p:nvPr>
            <p:ph type="sldNum" idx="3"/>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86A7CFD8-9BDF-429E-BE7D-CE2C0712710D}"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
        <p:nvSpPr>
          <p:cNvPr id="7"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Tree>
  </p:cSld>
  <p:clrMap bg1="lt1" bg2="lt2" tx1="dk1"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9" name="Picture 6" descr=""/>
          <p:cNvPicPr/>
          <p:nvPr/>
        </p:nvPicPr>
        <p:blipFill>
          <a:blip r:embed="rId3"/>
          <a:srcRect l="0" t="1550" r="0" b="-1526"/>
          <a:stretch/>
        </p:blipFill>
        <p:spPr>
          <a:xfrm>
            <a:off x="0" y="6126120"/>
            <a:ext cx="12192120" cy="743040"/>
          </a:xfrm>
          <a:prstGeom prst="rect">
            <a:avLst/>
          </a:prstGeom>
          <a:ln w="0">
            <a:noFill/>
          </a:ln>
        </p:spPr>
      </p:pic>
      <p:sp>
        <p:nvSpPr>
          <p:cNvPr id="10"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11" name="Straight Connector 10"/>
          <p:cNvSpPr/>
          <p:nvPr/>
        </p:nvSpPr>
        <p:spPr>
          <a:xfrm>
            <a:off x="2417760" y="3529080"/>
            <a:ext cx="863748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12"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13"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14" name="PlaceHolder 3"/>
          <p:cNvSpPr>
            <a:spLocks noGrp="1"/>
          </p:cNvSpPr>
          <p:nvPr>
            <p:ph type="dt" idx="4"/>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15" name="PlaceHolder 4"/>
          <p:cNvSpPr>
            <a:spLocks noGrp="1"/>
          </p:cNvSpPr>
          <p:nvPr>
            <p:ph type="ftr" idx="5"/>
          </p:nvPr>
        </p:nvSpPr>
        <p:spPr>
          <a:xfrm>
            <a:off x="2415960" y="328680"/>
            <a:ext cx="497340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16" name="PlaceHolder 5"/>
          <p:cNvSpPr>
            <a:spLocks noGrp="1"/>
          </p:cNvSpPr>
          <p:nvPr>
            <p:ph type="sldNum" idx="6"/>
          </p:nvPr>
        </p:nvSpPr>
        <p:spPr>
          <a:xfrm>
            <a:off x="1437840" y="798480"/>
            <a:ext cx="80964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141DED13-958A-482C-8F72-420EA6905105}"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0"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7"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18" name="Picture 6" descr=""/>
          <p:cNvPicPr/>
          <p:nvPr/>
        </p:nvPicPr>
        <p:blipFill>
          <a:blip r:embed="rId3"/>
          <a:srcRect l="0" t="1550" r="0" b="-1526"/>
          <a:stretch/>
        </p:blipFill>
        <p:spPr>
          <a:xfrm>
            <a:off x="0" y="6126120"/>
            <a:ext cx="12192120" cy="743040"/>
          </a:xfrm>
          <a:prstGeom prst="rect">
            <a:avLst/>
          </a:prstGeom>
          <a:ln w="0">
            <a:noFill/>
          </a:ln>
        </p:spPr>
      </p:pic>
      <p:sp>
        <p:nvSpPr>
          <p:cNvPr id="19"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20" name="Straight Connector 10"/>
          <p:cNvSpPr/>
          <p:nvPr/>
        </p:nvSpPr>
        <p:spPr>
          <a:xfrm>
            <a:off x="1454040" y="1847880"/>
            <a:ext cx="960768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21"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22"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23" name="PlaceHolder 3"/>
          <p:cNvSpPr>
            <a:spLocks noGrp="1"/>
          </p:cNvSpPr>
          <p:nvPr>
            <p:ph type="dt" idx="7"/>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24" name="PlaceHolder 4"/>
          <p:cNvSpPr>
            <a:spLocks noGrp="1"/>
          </p:cNvSpPr>
          <p:nvPr>
            <p:ph type="ftr" idx="8"/>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25" name="PlaceHolder 5"/>
          <p:cNvSpPr>
            <a:spLocks noGrp="1"/>
          </p:cNvSpPr>
          <p:nvPr>
            <p:ph type="sldNum" idx="9"/>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0FA694FE-5E3C-4B70-94B1-D5E76E38FFB2}"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2"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6"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27" name="Picture 6" descr=""/>
          <p:cNvPicPr/>
          <p:nvPr/>
        </p:nvPicPr>
        <p:blipFill>
          <a:blip r:embed="rId3"/>
          <a:srcRect l="0" t="1550" r="0" b="-1526"/>
          <a:stretch/>
        </p:blipFill>
        <p:spPr>
          <a:xfrm>
            <a:off x="0" y="6126120"/>
            <a:ext cx="12192120" cy="743040"/>
          </a:xfrm>
          <a:prstGeom prst="rect">
            <a:avLst/>
          </a:prstGeom>
          <a:ln w="0">
            <a:noFill/>
          </a:ln>
        </p:spPr>
      </p:pic>
      <p:sp>
        <p:nvSpPr>
          <p:cNvPr id="28"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29" name="Straight Connector 10"/>
          <p:cNvSpPr/>
          <p:nvPr/>
        </p:nvSpPr>
        <p:spPr>
          <a:xfrm>
            <a:off x="1454040" y="3805200"/>
            <a:ext cx="863136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30"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31"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32" name="PlaceHolder 3"/>
          <p:cNvSpPr>
            <a:spLocks noGrp="1"/>
          </p:cNvSpPr>
          <p:nvPr>
            <p:ph type="dt" idx="10"/>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33" name="PlaceHolder 4"/>
          <p:cNvSpPr>
            <a:spLocks noGrp="1"/>
          </p:cNvSpPr>
          <p:nvPr>
            <p:ph type="ftr" idx="11"/>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34" name="PlaceHolder 5"/>
          <p:cNvSpPr>
            <a:spLocks noGrp="1"/>
          </p:cNvSpPr>
          <p:nvPr>
            <p:ph type="sldNum" idx="12"/>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FA1EE8C8-92A5-49B4-8B2E-3F7D324FE16F}"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4"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5"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36" name="Picture 6" descr=""/>
          <p:cNvPicPr/>
          <p:nvPr/>
        </p:nvPicPr>
        <p:blipFill>
          <a:blip r:embed="rId3"/>
          <a:srcRect l="0" t="1550" r="0" b="-1526"/>
          <a:stretch/>
        </p:blipFill>
        <p:spPr>
          <a:xfrm>
            <a:off x="0" y="6126120"/>
            <a:ext cx="12192120" cy="743040"/>
          </a:xfrm>
          <a:prstGeom prst="rect">
            <a:avLst/>
          </a:prstGeom>
          <a:ln w="0">
            <a:noFill/>
          </a:ln>
        </p:spPr>
      </p:pic>
      <p:sp>
        <p:nvSpPr>
          <p:cNvPr id="37"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38" name="Straight Connector 10"/>
          <p:cNvSpPr/>
          <p:nvPr/>
        </p:nvSpPr>
        <p:spPr>
          <a:xfrm>
            <a:off x="1454040" y="1847880"/>
            <a:ext cx="960768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39"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40"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41" name="PlaceHolder 3"/>
          <p:cNvSpPr>
            <a:spLocks noGrp="1"/>
          </p:cNvSpPr>
          <p:nvPr>
            <p:ph type="dt" idx="13"/>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42" name="PlaceHolder 4"/>
          <p:cNvSpPr>
            <a:spLocks noGrp="1"/>
          </p:cNvSpPr>
          <p:nvPr>
            <p:ph type="ftr" idx="14"/>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43" name="PlaceHolder 5"/>
          <p:cNvSpPr>
            <a:spLocks noGrp="1"/>
          </p:cNvSpPr>
          <p:nvPr>
            <p:ph type="sldNum" idx="15"/>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D89C4AFF-26E9-47D7-883E-9DB39FA18CAC}"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4"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45" name="Picture 6" descr=""/>
          <p:cNvPicPr/>
          <p:nvPr/>
        </p:nvPicPr>
        <p:blipFill>
          <a:blip r:embed="rId3"/>
          <a:srcRect l="0" t="1550" r="0" b="-1526"/>
          <a:stretch/>
        </p:blipFill>
        <p:spPr>
          <a:xfrm>
            <a:off x="0" y="6126120"/>
            <a:ext cx="12192120" cy="743040"/>
          </a:xfrm>
          <a:prstGeom prst="rect">
            <a:avLst/>
          </a:prstGeom>
          <a:ln w="0">
            <a:noFill/>
          </a:ln>
        </p:spPr>
      </p:pic>
      <p:sp>
        <p:nvSpPr>
          <p:cNvPr id="46"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47" name="Straight Connector 10"/>
          <p:cNvSpPr/>
          <p:nvPr/>
        </p:nvSpPr>
        <p:spPr>
          <a:xfrm>
            <a:off x="1454040" y="1847880"/>
            <a:ext cx="960768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48"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49"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50" name="PlaceHolder 3"/>
          <p:cNvSpPr>
            <a:spLocks noGrp="1"/>
          </p:cNvSpPr>
          <p:nvPr>
            <p:ph type="dt" idx="16"/>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51" name="PlaceHolder 4"/>
          <p:cNvSpPr>
            <a:spLocks noGrp="1"/>
          </p:cNvSpPr>
          <p:nvPr>
            <p:ph type="ftr" idx="17"/>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52" name="PlaceHolder 5"/>
          <p:cNvSpPr>
            <a:spLocks noGrp="1"/>
          </p:cNvSpPr>
          <p:nvPr>
            <p:ph type="sldNum" idx="18"/>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C45584A8-37CD-4059-9575-86EA3FFCD00B}"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3"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54" name="Picture 6" descr=""/>
          <p:cNvPicPr/>
          <p:nvPr/>
        </p:nvPicPr>
        <p:blipFill>
          <a:blip r:embed="rId3"/>
          <a:srcRect l="0" t="1550" r="0" b="-1526"/>
          <a:stretch/>
        </p:blipFill>
        <p:spPr>
          <a:xfrm>
            <a:off x="0" y="6126120"/>
            <a:ext cx="12192120" cy="743040"/>
          </a:xfrm>
          <a:prstGeom prst="rect">
            <a:avLst/>
          </a:prstGeom>
          <a:ln w="0">
            <a:noFill/>
          </a:ln>
        </p:spPr>
      </p:pic>
      <p:sp>
        <p:nvSpPr>
          <p:cNvPr id="55"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56" name="Straight Connector 10"/>
          <p:cNvSpPr/>
          <p:nvPr/>
        </p:nvSpPr>
        <p:spPr>
          <a:xfrm>
            <a:off x="1454040" y="1847880"/>
            <a:ext cx="960768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57"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58"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59" name="PlaceHolder 3"/>
          <p:cNvSpPr>
            <a:spLocks noGrp="1"/>
          </p:cNvSpPr>
          <p:nvPr>
            <p:ph type="dt" idx="19"/>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60" name="PlaceHolder 4"/>
          <p:cNvSpPr>
            <a:spLocks noGrp="1"/>
          </p:cNvSpPr>
          <p:nvPr>
            <p:ph type="ftr" idx="20"/>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61" name="PlaceHolder 5"/>
          <p:cNvSpPr>
            <a:spLocks noGrp="1"/>
          </p:cNvSpPr>
          <p:nvPr>
            <p:ph type="sldNum" idx="21"/>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A9B196B5-97A5-4519-A29E-5B7939F41AB2}"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62"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63" name="Picture 6" descr=""/>
          <p:cNvPicPr/>
          <p:nvPr/>
        </p:nvPicPr>
        <p:blipFill>
          <a:blip r:embed="rId3"/>
          <a:srcRect l="0" t="1550" r="0" b="-1526"/>
          <a:stretch/>
        </p:blipFill>
        <p:spPr>
          <a:xfrm>
            <a:off x="0" y="6126120"/>
            <a:ext cx="12192120" cy="743040"/>
          </a:xfrm>
          <a:prstGeom prst="rect">
            <a:avLst/>
          </a:prstGeom>
          <a:ln w="0">
            <a:noFill/>
          </a:ln>
        </p:spPr>
      </p:pic>
      <p:sp>
        <p:nvSpPr>
          <p:cNvPr id="64"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65" name="Straight Connector 10"/>
          <p:cNvSpPr/>
          <p:nvPr/>
        </p:nvSpPr>
        <p:spPr>
          <a:xfrm>
            <a:off x="1447920" y="3205080"/>
            <a:ext cx="327024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66"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67"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68" name="PlaceHolder 3"/>
          <p:cNvSpPr>
            <a:spLocks noGrp="1"/>
          </p:cNvSpPr>
          <p:nvPr>
            <p:ph type="dt" idx="22"/>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69" name="PlaceHolder 4"/>
          <p:cNvSpPr>
            <a:spLocks noGrp="1"/>
          </p:cNvSpPr>
          <p:nvPr>
            <p:ph type="ftr" idx="23"/>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70" name="PlaceHolder 5"/>
          <p:cNvSpPr>
            <a:spLocks noGrp="1"/>
          </p:cNvSpPr>
          <p:nvPr>
            <p:ph type="sldNum" idx="24"/>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FBA0265B-0E76-4144-9563-E879B05458D5}"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71"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72" name="Picture 6" descr=""/>
          <p:cNvPicPr/>
          <p:nvPr/>
        </p:nvPicPr>
        <p:blipFill>
          <a:blip r:embed="rId3"/>
          <a:srcRect l="0" t="1550" r="0" b="-1526"/>
          <a:stretch/>
        </p:blipFill>
        <p:spPr>
          <a:xfrm>
            <a:off x="0" y="6126120"/>
            <a:ext cx="12192120" cy="743040"/>
          </a:xfrm>
          <a:prstGeom prst="rect">
            <a:avLst/>
          </a:prstGeom>
          <a:ln w="0">
            <a:noFill/>
          </a:ln>
        </p:spPr>
      </p:pic>
      <p:sp>
        <p:nvSpPr>
          <p:cNvPr id="73"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grpSp>
        <p:nvGrpSpPr>
          <p:cNvPr id="74" name="Group 10"/>
          <p:cNvGrpSpPr/>
          <p:nvPr/>
        </p:nvGrpSpPr>
        <p:grpSpPr>
          <a:xfrm>
            <a:off x="7477200" y="482760"/>
            <a:ext cx="4075200" cy="5148000"/>
            <a:chOff x="7477200" y="482760"/>
            <a:chExt cx="4075200" cy="5148000"/>
          </a:xfrm>
        </p:grpSpPr>
        <p:grpSp>
          <p:nvGrpSpPr>
            <p:cNvPr id="75" name="Rectangle 11"/>
            <p:cNvGrpSpPr/>
            <p:nvPr/>
          </p:nvGrpSpPr>
          <p:grpSpPr>
            <a:xfrm>
              <a:off x="7477200" y="482760"/>
              <a:ext cx="4075200" cy="5148000"/>
              <a:chOff x="7477200" y="482760"/>
              <a:chExt cx="4075200" cy="5148000"/>
            </a:xfrm>
          </p:grpSpPr>
          <p:pic>
            <p:nvPicPr>
              <p:cNvPr id="76" name="Rectangle 11" descr=""/>
              <p:cNvPicPr/>
              <p:nvPr/>
            </p:nvPicPr>
            <p:blipFill>
              <a:blip r:embed="rId4"/>
              <a:stretch/>
            </p:blipFill>
            <p:spPr>
              <a:xfrm>
                <a:off x="7477200" y="482760"/>
                <a:ext cx="4075200" cy="5148000"/>
              </a:xfrm>
              <a:prstGeom prst="rect">
                <a:avLst/>
              </a:prstGeom>
              <a:ln w="0">
                <a:noFill/>
              </a:ln>
            </p:spPr>
          </p:pic>
          <p:sp>
            <p:nvSpPr>
              <p:cNvPr id="77" name=""/>
              <p:cNvSpPr/>
              <p:nvPr/>
            </p:nvSpPr>
            <p:spPr>
              <a:xfrm>
                <a:off x="7567920" y="494640"/>
                <a:ext cx="3885840" cy="4885920"/>
              </a:xfrm>
              <a:prstGeom prst="rect">
                <a:avLst/>
              </a:pr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grpSp>
        <p:grpSp>
          <p:nvGrpSpPr>
            <p:cNvPr id="78" name="Rectangle 12"/>
            <p:cNvGrpSpPr/>
            <p:nvPr/>
          </p:nvGrpSpPr>
          <p:grpSpPr>
            <a:xfrm>
              <a:off x="7825680" y="771840"/>
              <a:ext cx="3371760" cy="4315320"/>
              <a:chOff x="7825680" y="771840"/>
              <a:chExt cx="3371760" cy="4315320"/>
            </a:xfrm>
          </p:grpSpPr>
          <p:pic>
            <p:nvPicPr>
              <p:cNvPr id="79" name="Rectangle 12" descr=""/>
              <p:cNvPicPr/>
              <p:nvPr/>
            </p:nvPicPr>
            <p:blipFill>
              <a:blip r:embed="rId5"/>
              <a:stretch/>
            </p:blipFill>
            <p:spPr>
              <a:xfrm>
                <a:off x="7825680" y="771840"/>
                <a:ext cx="3371760" cy="4315320"/>
              </a:xfrm>
              <a:prstGeom prst="rect">
                <a:avLst/>
              </a:prstGeom>
              <a:ln w="0">
                <a:noFill/>
              </a:ln>
            </p:spPr>
          </p:pic>
          <p:sp>
            <p:nvSpPr>
              <p:cNvPr id="80" name=""/>
              <p:cNvSpPr/>
              <p:nvPr/>
            </p:nvSpPr>
            <p:spPr>
              <a:xfrm>
                <a:off x="7866000" y="807840"/>
                <a:ext cx="3290400" cy="4238640"/>
              </a:xfrm>
              <a:prstGeom prst="rect">
                <a:avLst/>
              </a:prstGeom>
              <a:no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grpSp>
      </p:grpSp>
      <p:sp>
        <p:nvSpPr>
          <p:cNvPr id="81" name="Straight Connector 13"/>
          <p:cNvSpPr/>
          <p:nvPr/>
        </p:nvSpPr>
        <p:spPr>
          <a:xfrm>
            <a:off x="1447920" y="3143160"/>
            <a:ext cx="552744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82"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83"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84" name="PlaceHolder 3"/>
          <p:cNvSpPr>
            <a:spLocks noGrp="1"/>
          </p:cNvSpPr>
          <p:nvPr>
            <p:ph type="dt" idx="25"/>
          </p:nvPr>
        </p:nvSpPr>
        <p:spPr>
          <a:xfrm>
            <a:off x="1447920" y="5470560"/>
            <a:ext cx="5527440" cy="318960"/>
          </a:xfrm>
          <a:prstGeom prst="rect">
            <a:avLst/>
          </a:prstGeom>
          <a:noFill/>
          <a:ln w="0">
            <a:noFill/>
          </a:ln>
        </p:spPr>
        <p:txBody>
          <a:bodyPr lIns="90000" rIns="90000" tIns="46800" bIns="46800" anchor="ctr">
            <a:noAutofit/>
          </a:bodyPr>
          <a:lstStyle>
            <a:lvl1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85" name="PlaceHolder 4"/>
          <p:cNvSpPr>
            <a:spLocks noGrp="1"/>
          </p:cNvSpPr>
          <p:nvPr>
            <p:ph type="ftr" idx="26"/>
          </p:nvPr>
        </p:nvSpPr>
        <p:spPr>
          <a:xfrm>
            <a:off x="1447920" y="318600"/>
            <a:ext cx="5540400" cy="32076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86" name="PlaceHolder 5"/>
          <p:cNvSpPr>
            <a:spLocks noGrp="1"/>
          </p:cNvSpPr>
          <p:nvPr>
            <p:ph type="sldNum" idx="27"/>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5EC0DDFF-8C71-4C56-A1CC-B67E8DA5B05D}"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0" r:id="rId6"/>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7"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88" name="Picture 6" descr=""/>
          <p:cNvPicPr/>
          <p:nvPr/>
        </p:nvPicPr>
        <p:blipFill>
          <a:blip r:embed="rId3"/>
          <a:srcRect l="0" t="1550" r="0" b="-1526"/>
          <a:stretch/>
        </p:blipFill>
        <p:spPr>
          <a:xfrm>
            <a:off x="0" y="6126120"/>
            <a:ext cx="12192120" cy="743040"/>
          </a:xfrm>
          <a:prstGeom prst="rect">
            <a:avLst/>
          </a:prstGeom>
          <a:ln w="0">
            <a:noFill/>
          </a:ln>
        </p:spPr>
      </p:pic>
      <p:sp>
        <p:nvSpPr>
          <p:cNvPr id="89"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90" name="Straight Connector 10"/>
          <p:cNvSpPr/>
          <p:nvPr/>
        </p:nvSpPr>
        <p:spPr>
          <a:xfrm>
            <a:off x="1454040" y="1847880"/>
            <a:ext cx="9607680" cy="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91"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92"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93" name="PlaceHolder 3"/>
          <p:cNvSpPr>
            <a:spLocks noGrp="1"/>
          </p:cNvSpPr>
          <p:nvPr>
            <p:ph type="dt" idx="28"/>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94" name="PlaceHolder 4"/>
          <p:cNvSpPr>
            <a:spLocks noGrp="1"/>
          </p:cNvSpPr>
          <p:nvPr>
            <p:ph type="ftr" idx="29"/>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95" name="PlaceHolder 5"/>
          <p:cNvSpPr>
            <a:spLocks noGrp="1"/>
          </p:cNvSpPr>
          <p:nvPr>
            <p:ph type="sldNum" idx="30"/>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218DF3D0-2B74-4F07-8378-E8AE59B03BB5}"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96" name="Rectangle 7"/>
          <p:cNvSpPr/>
          <p:nvPr/>
        </p:nvSpPr>
        <p:spPr>
          <a:xfrm>
            <a:off x="0" y="2019240"/>
            <a:ext cx="12192120" cy="4106880"/>
          </a:xfrm>
          <a:prstGeom prst="rect">
            <a:avLst/>
          </a:prstGeom>
          <a:gradFill rotWithShape="0">
            <a:gsLst>
              <a:gs pos="0">
                <a:srgbClr val="dfdbd5">
                  <a:alpha val="0"/>
                </a:srgbClr>
              </a:gs>
              <a:gs pos="100000">
                <a:srgbClr val="dfdbd5"/>
              </a:gs>
            </a:gsLst>
            <a:lin ang="5400000"/>
          </a:gradFill>
          <a:ln w="0">
            <a:noFill/>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pic>
        <p:nvPicPr>
          <p:cNvPr id="97" name="Picture 6" descr=""/>
          <p:cNvPicPr/>
          <p:nvPr/>
        </p:nvPicPr>
        <p:blipFill>
          <a:blip r:embed="rId3"/>
          <a:srcRect l="0" t="1550" r="0" b="-1526"/>
          <a:stretch/>
        </p:blipFill>
        <p:spPr>
          <a:xfrm>
            <a:off x="0" y="6126120"/>
            <a:ext cx="12192120" cy="743040"/>
          </a:xfrm>
          <a:prstGeom prst="rect">
            <a:avLst/>
          </a:prstGeom>
          <a:ln w="0">
            <a:noFill/>
          </a:ln>
        </p:spPr>
      </p:pic>
      <p:sp>
        <p:nvSpPr>
          <p:cNvPr id="98" name="Straight Connector 9"/>
          <p:cNvSpPr/>
          <p:nvPr/>
        </p:nvSpPr>
        <p:spPr>
          <a:xfrm>
            <a:off x="0" y="6127920"/>
            <a:ext cx="12192120" cy="0"/>
          </a:xfrm>
          <a:prstGeom prst="line">
            <a:avLst/>
          </a:prstGeom>
          <a:ln w="12600">
            <a:solidFill>
              <a:srgbClr val="000001">
                <a:alpha val="20000"/>
              </a:srgbClr>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99" name="Straight Connector 10"/>
          <p:cNvSpPr/>
          <p:nvPr/>
        </p:nvSpPr>
        <p:spPr>
          <a:xfrm>
            <a:off x="9439200" y="798480"/>
            <a:ext cx="0" cy="4660920"/>
          </a:xfrm>
          <a:prstGeom prst="line">
            <a:avLst/>
          </a:prstGeom>
          <a:ln w="31680">
            <a:solidFill>
              <a:srgbClr val="b71e42"/>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Gill Sans MT"/>
            </a:endParaRPr>
          </a:p>
        </p:txBody>
      </p:sp>
      <p:sp>
        <p:nvSpPr>
          <p:cNvPr id="100" name="PlaceHolder 1"/>
          <p:cNvSpPr>
            <a:spLocks noGrp="1"/>
          </p:cNvSpPr>
          <p:nvPr>
            <p:ph type="title"/>
          </p:nvPr>
        </p:nvSpPr>
        <p:spPr>
          <a:xfrm>
            <a:off x="1450440" y="804600"/>
            <a:ext cx="9604440" cy="10494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Click to edit the title text format</a:t>
            </a:r>
            <a:endParaRPr b="0" lang="en-US" sz="3200" spc="-1" strike="noStrike">
              <a:solidFill>
                <a:srgbClr val="000000"/>
              </a:solidFill>
              <a:latin typeface="Gill Sans MT"/>
            </a:endParaRPr>
          </a:p>
        </p:txBody>
      </p:sp>
      <p:sp>
        <p:nvSpPr>
          <p:cNvPr id="101" name="PlaceHolder 2"/>
          <p:cNvSpPr>
            <a:spLocks noGrp="1"/>
          </p:cNvSpPr>
          <p:nvPr>
            <p:ph type="body"/>
          </p:nvPr>
        </p:nvSpPr>
        <p:spPr>
          <a:xfrm>
            <a:off x="1450440" y="2015640"/>
            <a:ext cx="9604440" cy="3449880"/>
          </a:xfrm>
          <a:prstGeom prst="rect">
            <a:avLst/>
          </a:prstGeom>
          <a:noFill/>
          <a:ln w="0">
            <a:noFill/>
          </a:ln>
        </p:spPr>
        <p:txBody>
          <a:bodyPr lIns="90000" rIns="90000" tIns="46800" bIns="46800"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Click to edit the outline text format</a:t>
            </a:r>
            <a:endParaRPr b="0" lang="en-US" sz="2000" spc="-1" strike="noStrike">
              <a:solidFill>
                <a:srgbClr val="000000"/>
              </a:solidFill>
              <a:latin typeface="Gill Sans MT"/>
            </a:endParaRPr>
          </a:p>
          <a:p>
            <a:pPr lvl="1" marL="6858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Second Outline Level</a:t>
            </a:r>
            <a:endParaRPr b="0" lang="en-US" sz="2000" spc="-1" strike="noStrike">
              <a:solidFill>
                <a:srgbClr val="000000"/>
              </a:solidFill>
              <a:latin typeface="Gill Sans MT"/>
            </a:endParaRPr>
          </a:p>
          <a:p>
            <a:pPr lvl="2" marL="11430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Third Outline Level</a:t>
            </a:r>
            <a:endParaRPr b="0" lang="en-US" sz="2000" spc="-1" strike="noStrike">
              <a:solidFill>
                <a:srgbClr val="000000"/>
              </a:solidFill>
              <a:latin typeface="Gill Sans MT"/>
            </a:endParaRPr>
          </a:p>
          <a:p>
            <a:pPr lvl="3" marL="16002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Fourth Outline Level</a:t>
            </a:r>
            <a:endParaRPr b="0" lang="en-US" sz="2000" spc="-1" strike="noStrike">
              <a:solidFill>
                <a:srgbClr val="000000"/>
              </a:solidFill>
              <a:latin typeface="Gill Sans MT"/>
            </a:endParaRPr>
          </a:p>
          <a:p>
            <a:pPr lvl="4" marL="20574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Fifth Outline Level</a:t>
            </a:r>
            <a:endParaRPr b="0" lang="en-US" sz="2000" spc="-1" strike="noStrike">
              <a:solidFill>
                <a:srgbClr val="000000"/>
              </a:solidFill>
              <a:latin typeface="Gill Sans MT"/>
            </a:endParaRPr>
          </a:p>
          <a:p>
            <a:pPr lvl="5"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Sixth Outline Level</a:t>
            </a:r>
            <a:endParaRPr b="0" lang="en-US" sz="2000" spc="-1" strike="noStrike">
              <a:solidFill>
                <a:srgbClr val="000000"/>
              </a:solidFill>
              <a:latin typeface="Gill Sans MT"/>
            </a:endParaRPr>
          </a:p>
          <a:p>
            <a:pPr lvl="6" marL="2057400" indent="-228600">
              <a:lnSpc>
                <a:spcPct val="12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Seventh Outline Level</a:t>
            </a:r>
            <a:endParaRPr b="0" lang="en-US" sz="2000" spc="-1" strike="noStrike">
              <a:solidFill>
                <a:srgbClr val="000000"/>
              </a:solidFill>
              <a:latin typeface="Gill Sans MT"/>
            </a:endParaRPr>
          </a:p>
        </p:txBody>
      </p:sp>
      <p:sp>
        <p:nvSpPr>
          <p:cNvPr id="102" name="PlaceHolder 3"/>
          <p:cNvSpPr>
            <a:spLocks noGrp="1"/>
          </p:cNvSpPr>
          <p:nvPr>
            <p:ph type="dt" idx="31"/>
          </p:nvPr>
        </p:nvSpPr>
        <p:spPr>
          <a:xfrm>
            <a:off x="7554600" y="330120"/>
            <a:ext cx="3500280" cy="309600"/>
          </a:xfrm>
          <a:prstGeom prst="rect">
            <a:avLst/>
          </a:prstGeom>
          <a:noFill/>
          <a:ln w="0">
            <a:noFill/>
          </a:ln>
        </p:spPr>
        <p:txBody>
          <a:bodyPr lIns="90000" rIns="90000" tIns="46800" bIns="46800" anchor="ctr">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1000" spc="-1" strike="noStrike">
                <a:solidFill>
                  <a:srgbClr val="898989"/>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r>
              <a:rPr b="0" lang="en-US" sz="1000" spc="-1" strike="noStrike">
                <a:solidFill>
                  <a:srgbClr val="898989"/>
                </a:solidFill>
                <a:latin typeface="Times New Roman"/>
              </a:rPr>
              <a:t>&lt;date/time&gt;</a:t>
            </a:r>
            <a:endParaRPr b="0" lang="en-US" sz="1000" spc="-1" strike="noStrike">
              <a:solidFill>
                <a:srgbClr val="000000"/>
              </a:solidFill>
              <a:latin typeface="Times New Roman"/>
            </a:endParaRPr>
          </a:p>
        </p:txBody>
      </p:sp>
      <p:sp>
        <p:nvSpPr>
          <p:cNvPr id="103" name="PlaceHolder 4"/>
          <p:cNvSpPr>
            <a:spLocks noGrp="1"/>
          </p:cNvSpPr>
          <p:nvPr>
            <p:ph type="ftr" idx="32"/>
          </p:nvPr>
        </p:nvSpPr>
        <p:spPr>
          <a:xfrm>
            <a:off x="1450440" y="328680"/>
            <a:ext cx="5938920" cy="309600"/>
          </a:xfrm>
          <a:prstGeom prst="rect">
            <a:avLst/>
          </a:prstGeom>
          <a:noFill/>
          <a:ln w="0">
            <a:noFill/>
          </a:ln>
        </p:spPr>
        <p:txBody>
          <a:bodyPr lIns="90000" rIns="90000" tIns="46800" bIns="46800" anchor="ctr">
            <a:noAutofit/>
          </a:bodyPr>
          <a:p>
            <a:pPr indent="0">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endParaRPr b="0" lang="en-US" sz="1800" spc="-1" strike="noStrike">
              <a:solidFill>
                <a:srgbClr val="000000"/>
              </a:solidFill>
              <a:latin typeface="Gill Sans MT"/>
            </a:endParaRPr>
          </a:p>
        </p:txBody>
      </p:sp>
      <p:sp>
        <p:nvSpPr>
          <p:cNvPr id="104" name="PlaceHolder 5"/>
          <p:cNvSpPr>
            <a:spLocks noGrp="1"/>
          </p:cNvSpPr>
          <p:nvPr>
            <p:ph type="sldNum" idx="33"/>
          </p:nvPr>
        </p:nvSpPr>
        <p:spPr>
          <a:xfrm>
            <a:off x="479160" y="798480"/>
            <a:ext cx="811080" cy="504720"/>
          </a:xfrm>
          <a:prstGeom prst="rect">
            <a:avLst/>
          </a:prstGeom>
          <a:noFill/>
          <a:ln w="0">
            <a:noFill/>
          </a:ln>
        </p:spPr>
        <p:txBody>
          <a:bodyPr lIns="90000" rIns="90000" tIns="46800" bIns="46800" anchor="t">
            <a:noAutofit/>
          </a:bodyPr>
          <a:lstStyle>
            <a:lvl1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defRPr b="0" lang="en-US" sz="2800" spc="-1" strike="noStrike">
                <a:solidFill>
                  <a:srgbClr val="b71e42"/>
                </a:solidFill>
                <a:latin typeface="Times New Roman"/>
              </a:defRPr>
            </a:lvl1pPr>
          </a:lstStyle>
          <a:p>
            <a:pPr indent="0" algn="r">
              <a:buNone/>
              <a:tabLst>
                <a:tab algn="l" pos="0"/>
                <a:tab algn="l" pos="457200"/>
                <a:tab algn="l" pos="914400"/>
                <a:tab algn="l" pos="1371600"/>
                <a:tab algn="l" pos="1828800"/>
                <a:tab algn="l" pos="2286000"/>
                <a:tab algn="l" pos="2743200"/>
                <a:tab algn="l" pos="3200400"/>
                <a:tab algn="l" pos="3657600"/>
                <a:tab algn="l" pos="4114800"/>
                <a:tab algn="l" pos="4572000"/>
                <a:tab algn="l" pos="5029200"/>
                <a:tab algn="l" pos="5486400"/>
                <a:tab algn="l" pos="5943600"/>
                <a:tab algn="l" pos="6400800"/>
                <a:tab algn="l" pos="6858000"/>
                <a:tab algn="l" pos="7315200"/>
                <a:tab algn="l" pos="7772400"/>
                <a:tab algn="l" pos="8229600"/>
                <a:tab algn="l" pos="8686800"/>
                <a:tab algn="l" pos="9144000"/>
              </a:tabLst>
            </a:pPr>
            <a:fld id="{95834A23-FA7F-44F1-ADC4-BCEDC4E2878E}" type="slidenum">
              <a:rPr b="0" lang="en-US" sz="2800" spc="-1" strike="noStrike">
                <a:solidFill>
                  <a:srgbClr val="b71e42"/>
                </a:solidFill>
                <a:latin typeface="Times New Roman"/>
              </a:rPr>
              <a:t>&lt;number&gt;</a:t>
            </a:fld>
            <a:endParaRPr b="0" lang="en-US" sz="28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2417400" y="801720"/>
            <a:ext cx="8637480" cy="2541600"/>
          </a:xfrm>
          <a:prstGeom prst="rect">
            <a:avLst/>
          </a:prstGeom>
          <a:noFill/>
          <a:ln w="0">
            <a:noFill/>
          </a:ln>
        </p:spPr>
        <p:txBody>
          <a:bodyPr lIns="91440" rIns="91440" tIns="45720" bIns="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6600" spc="-1" strike="noStrike">
                <a:solidFill>
                  <a:srgbClr val="000000"/>
                </a:solidFill>
                <a:latin typeface="Gill Sans MT"/>
              </a:rPr>
              <a:t>DUMMY TEXT</a:t>
            </a:r>
            <a:endParaRPr b="0" lang="en-US" sz="6600" spc="-1" strike="noStrike">
              <a:solidFill>
                <a:srgbClr val="000000"/>
              </a:solidFill>
              <a:latin typeface="Gill Sans MT"/>
            </a:endParaRPr>
          </a:p>
        </p:txBody>
      </p:sp>
      <p:sp>
        <p:nvSpPr>
          <p:cNvPr id="106" name="PlaceHolder 2"/>
          <p:cNvSpPr>
            <a:spLocks noGrp="1"/>
          </p:cNvSpPr>
          <p:nvPr>
            <p:ph type="subTitle"/>
          </p:nvPr>
        </p:nvSpPr>
        <p:spPr>
          <a:xfrm>
            <a:off x="2417400" y="3530160"/>
            <a:ext cx="8637480" cy="978120"/>
          </a:xfrm>
          <a:prstGeom prst="rect">
            <a:avLst/>
          </a:prstGeom>
          <a:noFill/>
          <a:ln w="0">
            <a:noFill/>
          </a:ln>
        </p:spPr>
        <p:txBody>
          <a:bodyPr lIns="91440" rIns="91440" tIns="91440" bIns="91440" anchor="t">
            <a:noAutofit/>
          </a:bodyPr>
          <a:p>
            <a:pPr indent="0">
              <a:lnSpc>
                <a:spcPct val="100000"/>
              </a:lnSpc>
              <a:spcBef>
                <a:spcPts val="10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pc="-1" strike="noStrike">
                <a:solidFill>
                  <a:srgbClr val="000000"/>
                </a:solidFill>
                <a:latin typeface="Gill Sans MT"/>
              </a:rPr>
              <a:t>LOREM IPSUM IS SIMPLY DUMMY TEXT OF THE PRINTING AND TYPESETTING INDUSTRY. LOREM IPSUM HAS BEEN THE INDUSTRY'S STANDARD DUMMY TEXT EVER SINCE THE 1500S, WHEN AN UNKNOWN PRINTER TOOK A GALLEY OF TYPE AND SCRAMBLED IT TO MAKE A TYPE SPECIMEN BOOK.</a:t>
            </a:r>
            <a:endParaRPr b="0" lang="en-US" sz="1300" spc="-1" strike="noStrike">
              <a:solidFill>
                <a:srgbClr val="000000"/>
              </a:solidFill>
              <a:latin typeface="Gill Sans MT"/>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1450440" y="804600"/>
            <a:ext cx="9604440" cy="1049400"/>
          </a:xfrm>
          <a:prstGeom prst="rect">
            <a:avLst/>
          </a:prstGeom>
          <a:noFill/>
          <a:ln w="0">
            <a:noFill/>
          </a:ln>
        </p:spPr>
        <p:txBody>
          <a:bodyPr lIns="91440" rIns="91440" tIns="45720" bIns="4572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FRUIT DATA</a:t>
            </a:r>
            <a:endParaRPr b="0" lang="en-US" sz="3200" spc="-1" strike="noStrike">
              <a:solidFill>
                <a:srgbClr val="000000"/>
              </a:solidFill>
              <a:latin typeface="Gill Sans MT"/>
            </a:endParaRPr>
          </a:p>
        </p:txBody>
      </p:sp>
      <p:graphicFrame>
        <p:nvGraphicFramePr>
          <p:cNvPr id="108" name=""/>
          <p:cNvGraphicFramePr/>
          <p:nvPr/>
        </p:nvGraphicFramePr>
        <p:xfrm>
          <a:off x="1903320" y="2097000"/>
          <a:ext cx="7682040" cy="3067200"/>
        </p:xfrm>
        <a:graphic>
          <a:graphicData uri="http://schemas.openxmlformats.org/drawingml/2006/table">
            <a:tbl>
              <a:tblPr/>
              <a:tblGrid>
                <a:gridCol w="1878120"/>
                <a:gridCol w="2598840"/>
                <a:gridCol w="3205080"/>
              </a:tblGrid>
              <a:tr h="876240">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Fruit</a:t>
                      </a:r>
                      <a:endParaRPr b="0" lang="en-US" sz="1100" spc="-1" strike="noStrike">
                        <a:solidFill>
                          <a:srgbClr val="000000"/>
                        </a:solidFill>
                        <a:latin typeface="Gill Sans MT"/>
                      </a:endParaRPr>
                    </a:p>
                  </a:txBody>
                  <a:tcPr anchor="ctr" marL="9360" marR="9360">
                    <a:lnL w="5760">
                      <a:solidFill>
                        <a:srgbClr val="de478e"/>
                      </a:solidFill>
                      <a:prstDash val="solid"/>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Quantity</a:t>
                      </a:r>
                      <a:endParaRPr b="0" lang="en-US" sz="1100" spc="-1" strike="noStrike">
                        <a:solidFill>
                          <a:srgbClr val="000000"/>
                        </a:solidFill>
                        <a:latin typeface="Gill Sans MT"/>
                      </a:endParaRPr>
                    </a:p>
                  </a:txBody>
                  <a:tcPr anchor="ctr" marL="9360" marR="9360">
                    <a:lnL>
                      <a:noFill/>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Price per Unit</a:t>
                      </a:r>
                      <a:endParaRPr b="0" lang="en-US" sz="1100" spc="-1" strike="noStrike">
                        <a:solidFill>
                          <a:srgbClr val="000000"/>
                        </a:solidFill>
                        <a:latin typeface="Gill Sans MT"/>
                      </a:endParaRPr>
                    </a:p>
                  </a:txBody>
                  <a:tcPr anchor="ctr" marL="9360" marR="9360">
                    <a:lnL>
                      <a:noFill/>
                    </a:lnL>
                    <a:lnR w="5760">
                      <a:solidFill>
                        <a:srgbClr val="de478e"/>
                      </a:solidFill>
                      <a:prstDash val="solid"/>
                    </a:lnR>
                    <a:lnT w="5760">
                      <a:solidFill>
                        <a:srgbClr val="de478e"/>
                      </a:solidFill>
                      <a:prstDash val="solid"/>
                    </a:lnT>
                    <a:lnB w="5760">
                      <a:solidFill>
                        <a:srgbClr val="de478e"/>
                      </a:solidFill>
                      <a:prstDash val="solid"/>
                    </a:lnB>
                    <a:solidFill>
                      <a:srgbClr val="ffffff"/>
                    </a:solidFill>
                  </a:tcPr>
                </a:tc>
              </a:tr>
              <a:tr h="438120">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Apples</a:t>
                      </a:r>
                      <a:endParaRPr b="0" lang="en-US" sz="1100" spc="-1" strike="noStrike">
                        <a:solidFill>
                          <a:srgbClr val="000000"/>
                        </a:solidFill>
                        <a:latin typeface="Gill Sans MT"/>
                      </a:endParaRPr>
                    </a:p>
                  </a:txBody>
                  <a:tcPr anchor="ctr" marL="9360" marR="9360">
                    <a:lnL w="5760">
                      <a:solidFill>
                        <a:srgbClr val="de478e"/>
                      </a:solidFill>
                      <a:prstDash val="solid"/>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5</a:t>
                      </a:r>
                      <a:endParaRPr b="0" lang="en-US" sz="1100" spc="-1" strike="noStrike">
                        <a:solidFill>
                          <a:srgbClr val="000000"/>
                        </a:solidFill>
                        <a:latin typeface="Gill Sans MT"/>
                      </a:endParaRPr>
                    </a:p>
                  </a:txBody>
                  <a:tcPr anchor="ctr" marL="9360" marR="9360">
                    <a:lnL>
                      <a:noFill/>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$0.50 </a:t>
                      </a:r>
                      <a:endParaRPr b="0" lang="en-US" sz="1100" spc="-1" strike="noStrike">
                        <a:solidFill>
                          <a:srgbClr val="000000"/>
                        </a:solidFill>
                        <a:latin typeface="Gill Sans MT"/>
                      </a:endParaRPr>
                    </a:p>
                  </a:txBody>
                  <a:tcPr anchor="ctr" marL="9360" marR="9360">
                    <a:lnL>
                      <a:noFill/>
                    </a:lnL>
                    <a:lnR w="5760">
                      <a:solidFill>
                        <a:srgbClr val="de478e"/>
                      </a:solidFill>
                      <a:prstDash val="solid"/>
                    </a:lnR>
                    <a:lnT w="5760">
                      <a:solidFill>
                        <a:srgbClr val="de478e"/>
                      </a:solidFill>
                      <a:prstDash val="solid"/>
                    </a:lnT>
                    <a:lnB w="5760">
                      <a:solidFill>
                        <a:srgbClr val="de478e"/>
                      </a:solidFill>
                      <a:prstDash val="solid"/>
                    </a:lnB>
                    <a:solidFill>
                      <a:srgbClr val="ffffff"/>
                    </a:solidFill>
                  </a:tcPr>
                </a:tc>
              </a:tr>
              <a:tr h="438480">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Mangoes</a:t>
                      </a:r>
                      <a:endParaRPr b="0" lang="en-US" sz="1100" spc="-1" strike="noStrike">
                        <a:solidFill>
                          <a:srgbClr val="000000"/>
                        </a:solidFill>
                        <a:latin typeface="Gill Sans MT"/>
                      </a:endParaRPr>
                    </a:p>
                  </a:txBody>
                  <a:tcPr anchor="ctr" marL="9360" marR="9360">
                    <a:lnL w="5760">
                      <a:solidFill>
                        <a:srgbClr val="de478e"/>
                      </a:solidFill>
                      <a:prstDash val="solid"/>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3</a:t>
                      </a:r>
                      <a:endParaRPr b="0" lang="en-US" sz="1100" spc="-1" strike="noStrike">
                        <a:solidFill>
                          <a:srgbClr val="000000"/>
                        </a:solidFill>
                        <a:latin typeface="Gill Sans MT"/>
                      </a:endParaRPr>
                    </a:p>
                  </a:txBody>
                  <a:tcPr anchor="ctr" marL="9360" marR="9360">
                    <a:lnL>
                      <a:noFill/>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$1.00 </a:t>
                      </a:r>
                      <a:endParaRPr b="0" lang="en-US" sz="1100" spc="-1" strike="noStrike">
                        <a:solidFill>
                          <a:srgbClr val="000000"/>
                        </a:solidFill>
                        <a:latin typeface="Gill Sans MT"/>
                      </a:endParaRPr>
                    </a:p>
                  </a:txBody>
                  <a:tcPr anchor="ctr" marL="9360" marR="9360">
                    <a:lnL>
                      <a:noFill/>
                    </a:lnL>
                    <a:lnR w="5760">
                      <a:solidFill>
                        <a:srgbClr val="de478e"/>
                      </a:solidFill>
                      <a:prstDash val="solid"/>
                    </a:lnR>
                    <a:lnT w="5760">
                      <a:solidFill>
                        <a:srgbClr val="de478e"/>
                      </a:solidFill>
                      <a:prstDash val="solid"/>
                    </a:lnT>
                    <a:lnB w="5760">
                      <a:solidFill>
                        <a:srgbClr val="de478e"/>
                      </a:solidFill>
                      <a:prstDash val="solid"/>
                    </a:lnB>
                    <a:solidFill>
                      <a:srgbClr val="ffffff"/>
                    </a:solidFill>
                  </a:tcPr>
                </a:tc>
              </a:tr>
              <a:tr h="438120">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Oranges</a:t>
                      </a:r>
                      <a:endParaRPr b="0" lang="en-US" sz="1100" spc="-1" strike="noStrike">
                        <a:solidFill>
                          <a:srgbClr val="000000"/>
                        </a:solidFill>
                        <a:latin typeface="Gill Sans MT"/>
                      </a:endParaRPr>
                    </a:p>
                  </a:txBody>
                  <a:tcPr anchor="ctr" marL="9360" marR="9360">
                    <a:lnL w="5760">
                      <a:solidFill>
                        <a:srgbClr val="de478e"/>
                      </a:solidFill>
                      <a:prstDash val="solid"/>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4</a:t>
                      </a:r>
                      <a:endParaRPr b="0" lang="en-US" sz="1100" spc="-1" strike="noStrike">
                        <a:solidFill>
                          <a:srgbClr val="000000"/>
                        </a:solidFill>
                        <a:latin typeface="Gill Sans MT"/>
                      </a:endParaRPr>
                    </a:p>
                  </a:txBody>
                  <a:tcPr anchor="ctr" marL="9360" marR="9360">
                    <a:lnL>
                      <a:noFill/>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$0.75 </a:t>
                      </a:r>
                      <a:endParaRPr b="0" lang="en-US" sz="1100" spc="-1" strike="noStrike">
                        <a:solidFill>
                          <a:srgbClr val="000000"/>
                        </a:solidFill>
                        <a:latin typeface="Gill Sans MT"/>
                      </a:endParaRPr>
                    </a:p>
                  </a:txBody>
                  <a:tcPr anchor="ctr" marL="9360" marR="9360">
                    <a:lnL>
                      <a:noFill/>
                    </a:lnL>
                    <a:lnR w="5760">
                      <a:solidFill>
                        <a:srgbClr val="de478e"/>
                      </a:solidFill>
                      <a:prstDash val="solid"/>
                    </a:lnR>
                    <a:lnT w="5760">
                      <a:solidFill>
                        <a:srgbClr val="de478e"/>
                      </a:solidFill>
                      <a:prstDash val="solid"/>
                    </a:lnT>
                    <a:lnB w="5760">
                      <a:solidFill>
                        <a:srgbClr val="de478e"/>
                      </a:solidFill>
                      <a:prstDash val="solid"/>
                    </a:lnB>
                    <a:solidFill>
                      <a:srgbClr val="ffffff"/>
                    </a:solidFill>
                  </a:tcPr>
                </a:tc>
              </a:tr>
              <a:tr h="438120">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Melons</a:t>
                      </a:r>
                      <a:endParaRPr b="0" lang="en-US" sz="1100" spc="-1" strike="noStrike">
                        <a:solidFill>
                          <a:srgbClr val="000000"/>
                        </a:solidFill>
                        <a:latin typeface="Gill Sans MT"/>
                      </a:endParaRPr>
                    </a:p>
                  </a:txBody>
                  <a:tcPr anchor="ctr" marL="9360" marR="9360">
                    <a:lnL w="5760">
                      <a:solidFill>
                        <a:srgbClr val="de478e"/>
                      </a:solidFill>
                      <a:prstDash val="solid"/>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2</a:t>
                      </a:r>
                      <a:endParaRPr b="0" lang="en-US" sz="1100" spc="-1" strike="noStrike">
                        <a:solidFill>
                          <a:srgbClr val="000000"/>
                        </a:solidFill>
                        <a:latin typeface="Gill Sans MT"/>
                      </a:endParaRPr>
                    </a:p>
                  </a:txBody>
                  <a:tcPr anchor="ctr" marL="9360" marR="9360">
                    <a:lnL>
                      <a:noFill/>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$1.50 </a:t>
                      </a:r>
                      <a:endParaRPr b="0" lang="en-US" sz="1100" spc="-1" strike="noStrike">
                        <a:solidFill>
                          <a:srgbClr val="000000"/>
                        </a:solidFill>
                        <a:latin typeface="Gill Sans MT"/>
                      </a:endParaRPr>
                    </a:p>
                  </a:txBody>
                  <a:tcPr anchor="ctr" marL="9360" marR="9360">
                    <a:lnL>
                      <a:noFill/>
                    </a:lnL>
                    <a:lnR w="5760">
                      <a:solidFill>
                        <a:srgbClr val="de478e"/>
                      </a:solidFill>
                      <a:prstDash val="solid"/>
                    </a:lnR>
                    <a:lnT w="5760">
                      <a:solidFill>
                        <a:srgbClr val="de478e"/>
                      </a:solidFill>
                      <a:prstDash val="solid"/>
                    </a:lnT>
                    <a:lnB w="5760">
                      <a:solidFill>
                        <a:srgbClr val="de478e"/>
                      </a:solidFill>
                      <a:prstDash val="solid"/>
                    </a:lnB>
                    <a:solidFill>
                      <a:srgbClr val="ffffff"/>
                    </a:solidFill>
                  </a:tcPr>
                </a:tc>
              </a:tr>
              <a:tr h="438120">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Bananas</a:t>
                      </a:r>
                      <a:endParaRPr b="0" lang="en-US" sz="1100" spc="-1" strike="noStrike">
                        <a:solidFill>
                          <a:srgbClr val="000000"/>
                        </a:solidFill>
                        <a:latin typeface="Gill Sans MT"/>
                      </a:endParaRPr>
                    </a:p>
                  </a:txBody>
                  <a:tcPr anchor="ctr" marL="9360" marR="9360">
                    <a:lnL w="5760">
                      <a:solidFill>
                        <a:srgbClr val="de478e"/>
                      </a:solidFill>
                      <a:prstDash val="solid"/>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6</a:t>
                      </a:r>
                      <a:endParaRPr b="0" lang="en-US" sz="1100" spc="-1" strike="noStrike">
                        <a:solidFill>
                          <a:srgbClr val="000000"/>
                        </a:solidFill>
                        <a:latin typeface="Gill Sans MT"/>
                      </a:endParaRPr>
                    </a:p>
                  </a:txBody>
                  <a:tcPr anchor="ctr" marL="9360" marR="9360">
                    <a:lnL>
                      <a:noFill/>
                    </a:lnL>
                    <a:lnR>
                      <a:noFill/>
                    </a:lnR>
                    <a:lnT w="5760">
                      <a:solidFill>
                        <a:srgbClr val="de478e"/>
                      </a:solidFill>
                      <a:prstDash val="solid"/>
                    </a:lnT>
                    <a:lnB w="5760">
                      <a:solidFill>
                        <a:srgbClr val="de478e"/>
                      </a:solidFill>
                      <a:prstDash val="solid"/>
                    </a:lnB>
                    <a:solidFill>
                      <a:srgbClr val="ffffff"/>
                    </a:solidFill>
                  </a:tcPr>
                </a:tc>
                <a:tc>
                  <a:txBody>
                    <a:bodyPr lIns="9360" rIns="9360" tIns="9360" bIns="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Gill Sans MT"/>
                        </a:rPr>
                        <a:t>$0.30 </a:t>
                      </a:r>
                      <a:endParaRPr b="0" lang="en-US" sz="1100" spc="-1" strike="noStrike">
                        <a:solidFill>
                          <a:srgbClr val="000000"/>
                        </a:solidFill>
                        <a:latin typeface="Gill Sans MT"/>
                      </a:endParaRPr>
                    </a:p>
                  </a:txBody>
                  <a:tcPr anchor="ctr" marL="9360" marR="9360">
                    <a:lnL>
                      <a:noFill/>
                    </a:lnL>
                    <a:lnR w="5760">
                      <a:solidFill>
                        <a:srgbClr val="de478e"/>
                      </a:solidFill>
                      <a:prstDash val="solid"/>
                    </a:lnR>
                    <a:lnT w="5760">
                      <a:solidFill>
                        <a:srgbClr val="de478e"/>
                      </a:solidFill>
                      <a:prstDash val="solid"/>
                    </a:lnT>
                    <a:lnB w="5760">
                      <a:solidFill>
                        <a:srgbClr val="de478e"/>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1450440" y="804600"/>
            <a:ext cx="9604440" cy="1049400"/>
          </a:xfrm>
          <a:prstGeom prst="rect">
            <a:avLst/>
          </a:prstGeom>
          <a:noFill/>
          <a:ln w="0">
            <a:noFill/>
          </a:ln>
        </p:spPr>
        <p:txBody>
          <a:bodyPr lIns="91440" rIns="91440" tIns="45720" bIns="4572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FRUIT CHART</a:t>
            </a:r>
            <a:endParaRPr b="0" lang="en-US" sz="3200" spc="-1" strike="noStrike">
              <a:solidFill>
                <a:srgbClr val="000000"/>
              </a:solidFill>
              <a:latin typeface="Gill Sans MT"/>
            </a:endParaRPr>
          </a:p>
        </p:txBody>
      </p:sp>
      <p:pic>
        <p:nvPicPr>
          <p:cNvPr id="110" name="Content Placeholder 3" descr=""/>
          <p:cNvPicPr/>
          <p:nvPr/>
        </p:nvPicPr>
        <p:blipFill>
          <a:blip r:embed="rId1"/>
          <a:stretch/>
        </p:blipFill>
        <p:spPr>
          <a:xfrm>
            <a:off x="2247840" y="2000160"/>
            <a:ext cx="7756560" cy="373716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1450440" y="804600"/>
            <a:ext cx="9604440" cy="1049400"/>
          </a:xfrm>
          <a:prstGeom prst="rect">
            <a:avLst/>
          </a:prstGeom>
          <a:noFill/>
          <a:ln w="0">
            <a:noFill/>
          </a:ln>
        </p:spPr>
        <p:txBody>
          <a:bodyPr lIns="91440" rIns="91440" tIns="45720" bIns="4572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LOREM IPSUM</a:t>
            </a:r>
            <a:endParaRPr b="0" lang="en-US" sz="3200" spc="-1" strike="noStrike">
              <a:solidFill>
                <a:srgbClr val="000000"/>
              </a:solidFill>
              <a:latin typeface="Gill Sans MT"/>
            </a:endParaRPr>
          </a:p>
        </p:txBody>
      </p:sp>
      <p:sp>
        <p:nvSpPr>
          <p:cNvPr id="112" name=""/>
          <p:cNvSpPr txBox="1"/>
          <p:nvPr/>
        </p:nvSpPr>
        <p:spPr>
          <a:xfrm>
            <a:off x="1450440" y="2015640"/>
            <a:ext cx="9604440" cy="3449880"/>
          </a:xfrm>
          <a:prstGeom prst="rect">
            <a:avLst/>
          </a:prstGeom>
          <a:noFill/>
          <a:ln w="0">
            <a:noFill/>
          </a:ln>
        </p:spPr>
        <p:txBody>
          <a:bodyPr anchor="t">
            <a:normAutofit/>
          </a:bodyPr>
          <a:p>
            <a:pPr marL="228600" indent="-228600">
              <a:lnSpc>
                <a:spcPct val="11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Unde omnis iste natus error sit voluptatem accusantium doloremque laudantium, totam rem aperiam, eaque ipsa quae ab illo inventore veritatis et quasi architecto beatae vitae dicta sunt explicabo. </a:t>
            </a:r>
            <a:endParaRPr b="0" lang="en-US" sz="2000" spc="-1" strike="noStrike">
              <a:solidFill>
                <a:srgbClr val="000000"/>
              </a:solidFill>
              <a:latin typeface="Gill Sans MT"/>
            </a:endParaRPr>
          </a:p>
          <a:p>
            <a:pPr marL="228600" indent="-228600">
              <a:lnSpc>
                <a:spcPct val="11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Nemo enim ipsam voluptatem quia voluptas sit aspernatur aut odit aut fugit, sed quia consequuntur magni dolores eos qui ratione voluptatem sequi nesciunt. Neque porro quisquam est, qui dolorem </a:t>
            </a:r>
            <a:endParaRPr b="0" lang="en-US" sz="2000" spc="-1" strike="noStrike">
              <a:solidFill>
                <a:srgbClr val="000000"/>
              </a:solidFill>
              <a:latin typeface="Gill Sans MT"/>
            </a:endParaRPr>
          </a:p>
          <a:p>
            <a:pPr marL="228600" indent="-228600">
              <a:lnSpc>
                <a:spcPct val="11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Ipsum quia dolor sit amet, consectetur, adipisci velit, sed quia non numquam eius modi tempora incidunt ut labore et dolore magnam aliquam quaerat voluptatem. Ut enim ad minima veniam,</a:t>
            </a:r>
            <a:endParaRPr b="0" lang="en-US" sz="2000" spc="-1" strike="noStrike">
              <a:solidFill>
                <a:srgbClr val="000000"/>
              </a:solidFill>
              <a:latin typeface="Gill Sans MT"/>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1450440" y="804600"/>
            <a:ext cx="9604440" cy="1049400"/>
          </a:xfrm>
          <a:prstGeom prst="rect">
            <a:avLst/>
          </a:prstGeom>
          <a:noFill/>
          <a:ln w="0">
            <a:noFill/>
          </a:ln>
        </p:spPr>
        <p:txBody>
          <a:bodyPr lIns="91440" rIns="91440" tIns="45720" bIns="4572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LINK SECTION</a:t>
            </a:r>
            <a:endParaRPr b="0" lang="en-US" sz="3200" spc="-1" strike="noStrike">
              <a:solidFill>
                <a:srgbClr val="000000"/>
              </a:solidFill>
              <a:latin typeface="Gill Sans MT"/>
            </a:endParaRPr>
          </a:p>
        </p:txBody>
      </p:sp>
      <p:sp>
        <p:nvSpPr>
          <p:cNvPr id="114" name=""/>
          <p:cNvSpPr txBox="1"/>
          <p:nvPr/>
        </p:nvSpPr>
        <p:spPr>
          <a:xfrm>
            <a:off x="1450440" y="2015640"/>
            <a:ext cx="9604440" cy="3449880"/>
          </a:xfrm>
          <a:prstGeom prst="rect">
            <a:avLst/>
          </a:prstGeom>
          <a:noFill/>
          <a:ln w="0">
            <a:noFill/>
          </a:ln>
        </p:spPr>
        <p:txBody>
          <a:bodyPr anchor="t">
            <a:normAutofit/>
          </a:bodyPr>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Visit the Fruit Wiki Page</a:t>
            </a:r>
            <a:endParaRPr b="0" lang="en-US" sz="2000" spc="-1" strike="noStrike">
              <a:solidFill>
                <a:srgbClr val="000000"/>
              </a:solidFill>
              <a:latin typeface="Gill Sans MT"/>
            </a:endParaRPr>
          </a:p>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Visit the Fruit Wiki Page</a:t>
            </a:r>
            <a:endParaRPr b="0" lang="en-US" sz="2000" spc="-1" strike="noStrike">
              <a:solidFill>
                <a:srgbClr val="000000"/>
              </a:solidFill>
              <a:latin typeface="Gill Sans MT"/>
            </a:endParaRPr>
          </a:p>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Visit the Fruit Wiki Page</a:t>
            </a:r>
            <a:endParaRPr b="0" lang="en-US" sz="2000" spc="-1" strike="noStrike">
              <a:solidFill>
                <a:srgbClr val="000000"/>
              </a:solidFill>
              <a:latin typeface="Gill Sans MT"/>
            </a:endParaRPr>
          </a:p>
          <a:p>
            <a:pPr marL="228600" indent="-228600">
              <a:lnSpc>
                <a:spcPct val="120000"/>
              </a:lnSpc>
              <a:spcBef>
                <a:spcPts val="1001"/>
              </a:spcBef>
              <a:buClr>
                <a:srgbClr val="b71e42"/>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Gill Sans MT"/>
              </a:rPr>
              <a:t>Visit the Fruit Wiki Page</a:t>
            </a:r>
            <a:endParaRPr b="0" lang="en-US" sz="2000" spc="-1" strike="noStrike">
              <a:solidFill>
                <a:srgbClr val="000000"/>
              </a:solidFill>
              <a:latin typeface="Gill Sans MT"/>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450800" y="1130400"/>
            <a:ext cx="5532480" cy="1830240"/>
          </a:xfrm>
          <a:prstGeom prst="rect">
            <a:avLst/>
          </a:prstGeom>
          <a:noFill/>
          <a:ln w="0">
            <a:noFill/>
          </a:ln>
        </p:spPr>
        <p:txBody>
          <a:bodyPr lIns="91440" rIns="91440" tIns="45720" bIns="4572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000000"/>
                </a:solidFill>
                <a:latin typeface="Gill Sans MT"/>
              </a:rPr>
              <a:t>IMAGE SECTION</a:t>
            </a:r>
            <a:endParaRPr b="0" lang="en-US" sz="3200" spc="-1" strike="noStrike">
              <a:solidFill>
                <a:srgbClr val="000000"/>
              </a:solidFill>
              <a:latin typeface="Gill Sans MT"/>
            </a:endParaRPr>
          </a:p>
        </p:txBody>
      </p:sp>
      <p:pic>
        <p:nvPicPr>
          <p:cNvPr id="116" name="Picture Placeholder 4" descr=""/>
          <p:cNvPicPr/>
          <p:nvPr/>
        </p:nvPicPr>
        <p:blipFill>
          <a:blip r:embed="rId1"/>
          <a:srcRect l="1871" t="0" r="1871" b="0"/>
          <a:stretch/>
        </p:blipFill>
        <p:spPr>
          <a:xfrm>
            <a:off x="8124840" y="1122480"/>
            <a:ext cx="2790720" cy="3867120"/>
          </a:xfrm>
          <a:prstGeom prst="rect">
            <a:avLst/>
          </a:prstGeom>
          <a:ln w="0">
            <a:noFill/>
          </a:ln>
        </p:spPr>
      </p:pic>
      <p:sp>
        <p:nvSpPr>
          <p:cNvPr id="117" name="PlaceHolder 2"/>
          <p:cNvSpPr>
            <a:spLocks noGrp="1"/>
          </p:cNvSpPr>
          <p:nvPr>
            <p:ph/>
          </p:nvPr>
        </p:nvSpPr>
        <p:spPr>
          <a:xfrm>
            <a:off x="1450800" y="3146040"/>
            <a:ext cx="5524560" cy="2003400"/>
          </a:xfrm>
          <a:prstGeom prst="rect">
            <a:avLst/>
          </a:prstGeom>
          <a:noFill/>
          <a:ln w="0">
            <a:noFill/>
          </a:ln>
        </p:spPr>
        <p:txBody>
          <a:bodyPr lIns="91440" rIns="91440" tIns="45720" bIns="45720" anchor="t">
            <a:normAutofit/>
          </a:bodyPr>
          <a:p>
            <a:pPr indent="0">
              <a:lnSpc>
                <a:spcPct val="120000"/>
              </a:lnSpc>
              <a:spcBef>
                <a:spcPts val="10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Gill Sans MT"/>
              </a:rPr>
              <a:t>This slide contains images.</a:t>
            </a:r>
            <a:endParaRPr b="0" lang="en-US" sz="1800" spc="-1" strike="noStrike">
              <a:solidFill>
                <a:srgbClr val="000000"/>
              </a:solidFill>
              <a:latin typeface="Gill Sans MT"/>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1453680" y="1755360"/>
            <a:ext cx="8643960" cy="1887480"/>
          </a:xfrm>
          <a:prstGeom prst="rect">
            <a:avLst/>
          </a:prstGeom>
          <a:noFill/>
          <a:ln w="0">
            <a:noFill/>
          </a:ln>
        </p:spPr>
        <p:txBody>
          <a:bodyPr lIns="91440" rIns="91440" tIns="45720" bIns="4572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600" spc="-1" strike="noStrike">
                <a:solidFill>
                  <a:srgbClr val="000000"/>
                </a:solidFill>
                <a:latin typeface="Gill Sans MT"/>
              </a:rPr>
              <a:t>TEXT SECTION</a:t>
            </a:r>
            <a:endParaRPr b="0" lang="en-US" sz="3600" spc="-1" strike="noStrike">
              <a:solidFill>
                <a:srgbClr val="000000"/>
              </a:solidFill>
              <a:latin typeface="Gill Sans MT"/>
            </a:endParaRPr>
          </a:p>
        </p:txBody>
      </p:sp>
      <p:sp>
        <p:nvSpPr>
          <p:cNvPr id="119" name="PlaceHolder 2"/>
          <p:cNvSpPr>
            <a:spLocks noGrp="1"/>
          </p:cNvSpPr>
          <p:nvPr>
            <p:ph/>
          </p:nvPr>
        </p:nvSpPr>
        <p:spPr>
          <a:xfrm>
            <a:off x="1454040" y="3806640"/>
            <a:ext cx="8631360" cy="1012680"/>
          </a:xfrm>
          <a:prstGeom prst="rect">
            <a:avLst/>
          </a:prstGeom>
          <a:noFill/>
          <a:ln w="0">
            <a:noFill/>
          </a:ln>
        </p:spPr>
        <p:txBody>
          <a:bodyPr lIns="91440" rIns="91440" tIns="91440" bIns="45720" anchor="t">
            <a:normAutofit/>
          </a:bodyPr>
          <a:p>
            <a:pPr indent="0">
              <a:lnSpc>
                <a:spcPct val="100000"/>
              </a:lnSpc>
              <a:spcBef>
                <a:spcPts val="10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900" spc="-1" strike="noStrike">
                <a:solidFill>
                  <a:srgbClr val="000000"/>
                </a:solidFill>
                <a:latin typeface="Gill Sans MT"/>
              </a:rPr>
              <a:t>"Sed ut perspiciatis unde omnis iste natus error sit voluptatem accusantium doloremque laudantium, totam rem aperiam, eaque ipsa quae ab illo inventore veritatis et quasi architecto beatae vitae dicta sunt explicabo. Nemo enim ipsam voluptatem quia voluptas sit aspernatur aut odit aut fugit, sed quia consequuntur magni dolores eos qui ratione voluptatem sequi nesciunt. Neque porro quisquam est, qui dolorem ipsum quia dolor sit amet, consectetur, adipisci velit, sed quia non numquam eius modi tempora incidunt ut labore et dolore magnam aliquam quaerat voluptatem. Ut enim ad minima veniam, quis nostrum exercitationem ullam corporis suscipit laboriosam, nisi ut aliquid ex ea commodi consequatur? Quis autem vel eum iure reprehenderit qui in ea voluptate velit esse quam nihil molestiae consequatur, vel illum qui dolorem eum fugiat quo voluptas nulla pariatur?"</a:t>
            </a:r>
            <a:endParaRPr b="0" lang="en-US" sz="900" spc="-1" strike="noStrike">
              <a:solidFill>
                <a:srgbClr val="000000"/>
              </a:solidFill>
              <a:latin typeface="Gill Sans MT"/>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2025-03-17T17:54:12Z</dcterms:created>
  <dc:creator>Family</dc:creator>
  <dc:description/>
  <dc:language>en-US</dc:language>
  <cp:lastModifiedBy>Family</cp:lastModifiedBy>
  <dcterms:modified xsi:type="dcterms:W3CDTF">2025-03-18T13:46:47Z</dcterms:modified>
  <cp:revision>3</cp:revision>
  <dc:subject/>
  <dc:title>dummy text</dc:title>
</cp:coreProperties>
</file>